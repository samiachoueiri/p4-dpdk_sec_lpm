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43891200" cy="32918400"/>
  <p:notesSz cx="9239250" cy="11982450"/>
  <p:embeddedFontLst>
    <p:embeddedFont>
      <p:font typeface="Quattrocento" panose="02020502030000000404" pitchFamily="18" charset="0"/>
      <p:regular r:id="rId8"/>
      <p:bold r:id="rId9"/>
    </p:embeddedFont>
    <p:embeddedFont>
      <p:font typeface="Quattrocento Sans" panose="020B0502050000020003" pitchFamily="34" charset="0"/>
      <p:regular r:id="rId10"/>
      <p:bold r:id="rId11"/>
      <p:italic r:id="rId12"/>
      <p:boldItalic r:id="rId13"/>
    </p:embeddedFont>
  </p:embeddedFontLst>
  <p:custDataLst>
    <p:tags r:id="rId1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88">
          <p15:clr>
            <a:srgbClr val="A4A3A4"/>
          </p15:clr>
        </p15:guide>
        <p15:guide id="2" pos="13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74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4F93"/>
    <a:srgbClr val="8E0000"/>
    <a:srgbClr val="A80000"/>
    <a:srgbClr val="3684A0"/>
    <a:srgbClr val="5B4D7F"/>
    <a:srgbClr val="604884"/>
    <a:srgbClr val="7C5393"/>
    <a:srgbClr val="506796"/>
    <a:srgbClr val="378B9F"/>
    <a:srgbClr val="3A7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6888D-7B7D-4AE8-9550-F11A64A47FB8}" v="477" dt="2025-03-02T03:54:12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3654" autoAdjust="0"/>
  </p:normalViewPr>
  <p:slideViewPr>
    <p:cSldViewPr>
      <p:cViewPr>
        <p:scale>
          <a:sx n="50" d="100"/>
          <a:sy n="50" d="100"/>
        </p:scale>
        <p:origin x="1836" y="-6216"/>
      </p:cViewPr>
      <p:guideLst>
        <p:guide orient="horz" pos="11088"/>
        <p:guide pos="13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3984" y="72"/>
      </p:cViewPr>
      <p:guideLst>
        <p:guide orient="horz" pos="3774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ueiri, Samia" userId="b81b9bbb-c87f-490f-9bf9-c5942ec705de" providerId="ADAL" clId="{C0C6888D-7B7D-4AE8-9550-F11A64A47FB8}"/>
    <pc:docChg chg="undo custSel modSld">
      <pc:chgData name="Choueiri, Samia" userId="b81b9bbb-c87f-490f-9bf9-c5942ec705de" providerId="ADAL" clId="{C0C6888D-7B7D-4AE8-9550-F11A64A47FB8}" dt="2025-03-04T18:51:04.198" v="3932" actId="20577"/>
      <pc:docMkLst>
        <pc:docMk/>
      </pc:docMkLst>
      <pc:sldChg chg="addSp delSp modSp mod">
        <pc:chgData name="Choueiri, Samia" userId="b81b9bbb-c87f-490f-9bf9-c5942ec705de" providerId="ADAL" clId="{C0C6888D-7B7D-4AE8-9550-F11A64A47FB8}" dt="2025-03-04T18:51:04.198" v="3932" actId="20577"/>
        <pc:sldMkLst>
          <pc:docMk/>
          <pc:sldMk cId="0" sldId="256"/>
        </pc:sldMkLst>
        <pc:spChg chg="mod">
          <ac:chgData name="Choueiri, Samia" userId="b81b9bbb-c87f-490f-9bf9-c5942ec705de" providerId="ADAL" clId="{C0C6888D-7B7D-4AE8-9550-F11A64A47FB8}" dt="2025-03-02T00:26:35.114" v="671" actId="14100"/>
          <ac:spMkLst>
            <pc:docMk/>
            <pc:sldMk cId="0" sldId="256"/>
            <ac:spMk id="2" creationId="{6DCD1DA1-67EC-A526-DE99-7CACFF26A5EA}"/>
          </ac:spMkLst>
        </pc:spChg>
        <pc:spChg chg="mod">
          <ac:chgData name="Choueiri, Samia" userId="b81b9bbb-c87f-490f-9bf9-c5942ec705de" providerId="ADAL" clId="{C0C6888D-7B7D-4AE8-9550-F11A64A47FB8}" dt="2025-03-04T18:46:40.719" v="3908" actId="20577"/>
          <ac:spMkLst>
            <pc:docMk/>
            <pc:sldMk cId="0" sldId="256"/>
            <ac:spMk id="3" creationId="{BF856385-963A-2689-09F5-2763CAAA51FE}"/>
          </ac:spMkLst>
        </pc:spChg>
        <pc:spChg chg="mod">
          <ac:chgData name="Choueiri, Samia" userId="b81b9bbb-c87f-490f-9bf9-c5942ec705de" providerId="ADAL" clId="{C0C6888D-7B7D-4AE8-9550-F11A64A47FB8}" dt="2025-03-02T00:26:40.633" v="677" actId="1036"/>
          <ac:spMkLst>
            <pc:docMk/>
            <pc:sldMk cId="0" sldId="256"/>
            <ac:spMk id="5" creationId="{EC696430-E3E8-19CA-D66C-67559A8443C4}"/>
          </ac:spMkLst>
        </pc:spChg>
        <pc:spChg chg="mod">
          <ac:chgData name="Choueiri, Samia" userId="b81b9bbb-c87f-490f-9bf9-c5942ec705de" providerId="ADAL" clId="{C0C6888D-7B7D-4AE8-9550-F11A64A47FB8}" dt="2025-03-03T21:10:37.906" v="3876" actId="20577"/>
          <ac:spMkLst>
            <pc:docMk/>
            <pc:sldMk cId="0" sldId="256"/>
            <ac:spMk id="12" creationId="{92D6E172-3748-5E38-8FB9-C4B2643BF3C7}"/>
          </ac:spMkLst>
        </pc:spChg>
        <pc:spChg chg="add mod">
          <ac:chgData name="Choueiri, Samia" userId="b81b9bbb-c87f-490f-9bf9-c5942ec705de" providerId="ADAL" clId="{C0C6888D-7B7D-4AE8-9550-F11A64A47FB8}" dt="2025-03-02T01:33:17.383" v="2255" actId="14100"/>
          <ac:spMkLst>
            <pc:docMk/>
            <pc:sldMk cId="0" sldId="256"/>
            <ac:spMk id="22" creationId="{C32B8E3A-095C-DDEF-F5F2-153EEAC78AC4}"/>
          </ac:spMkLst>
        </pc:spChg>
        <pc:spChg chg="mod">
          <ac:chgData name="Choueiri, Samia" userId="b81b9bbb-c87f-490f-9bf9-c5942ec705de" providerId="ADAL" clId="{C0C6888D-7B7D-4AE8-9550-F11A64A47FB8}" dt="2025-03-02T03:47:05.260" v="3760" actId="20577"/>
          <ac:spMkLst>
            <pc:docMk/>
            <pc:sldMk cId="0" sldId="256"/>
            <ac:spMk id="23" creationId="{A9BEE4A1-0C3E-8263-849D-EF706DDD82B1}"/>
          </ac:spMkLst>
        </pc:spChg>
        <pc:spChg chg="add mod">
          <ac:chgData name="Choueiri, Samia" userId="b81b9bbb-c87f-490f-9bf9-c5942ec705de" providerId="ADAL" clId="{C0C6888D-7B7D-4AE8-9550-F11A64A47FB8}" dt="2025-03-02T01:49:11.007" v="2389" actId="20577"/>
          <ac:spMkLst>
            <pc:docMk/>
            <pc:sldMk cId="0" sldId="256"/>
            <ac:spMk id="24" creationId="{FAE9512F-8FA2-CFC4-4F37-1963A2FE1176}"/>
          </ac:spMkLst>
        </pc:spChg>
        <pc:spChg chg="mod">
          <ac:chgData name="Choueiri, Samia" userId="b81b9bbb-c87f-490f-9bf9-c5942ec705de" providerId="ADAL" clId="{C0C6888D-7B7D-4AE8-9550-F11A64A47FB8}" dt="2025-03-02T03:28:15.496" v="3019" actId="14100"/>
          <ac:spMkLst>
            <pc:docMk/>
            <pc:sldMk cId="0" sldId="256"/>
            <ac:spMk id="25" creationId="{43AB565B-D2C3-136C-C520-8592D975617C}"/>
          </ac:spMkLst>
        </pc:spChg>
        <pc:spChg chg="mod">
          <ac:chgData name="Choueiri, Samia" userId="b81b9bbb-c87f-490f-9bf9-c5942ec705de" providerId="ADAL" clId="{C0C6888D-7B7D-4AE8-9550-F11A64A47FB8}" dt="2025-03-04T18:37:48.435" v="3886" actId="20577"/>
          <ac:spMkLst>
            <pc:docMk/>
            <pc:sldMk cId="0" sldId="256"/>
            <ac:spMk id="26" creationId="{5AA68CD2-B60D-F8DD-692B-9864F20D7C3F}"/>
          </ac:spMkLst>
        </pc:spChg>
        <pc:spChg chg="mod">
          <ac:chgData name="Choueiri, Samia" userId="b81b9bbb-c87f-490f-9bf9-c5942ec705de" providerId="ADAL" clId="{C0C6888D-7B7D-4AE8-9550-F11A64A47FB8}" dt="2025-03-02T00:59:21.136" v="1853" actId="14100"/>
          <ac:spMkLst>
            <pc:docMk/>
            <pc:sldMk cId="0" sldId="256"/>
            <ac:spMk id="37" creationId="{AD875F7C-F85D-6757-0171-286E3D0CDDC0}"/>
          </ac:spMkLst>
        </pc:spChg>
        <pc:spChg chg="mod">
          <ac:chgData name="Choueiri, Samia" userId="b81b9bbb-c87f-490f-9bf9-c5942ec705de" providerId="ADAL" clId="{C0C6888D-7B7D-4AE8-9550-F11A64A47FB8}" dt="2025-03-02T00:22:18.162" v="529" actId="1038"/>
          <ac:spMkLst>
            <pc:docMk/>
            <pc:sldMk cId="0" sldId="256"/>
            <ac:spMk id="39" creationId="{FCB36AFA-7261-4BD0-BAAA-5D5F78E44742}"/>
          </ac:spMkLst>
        </pc:spChg>
        <pc:spChg chg="mod">
          <ac:chgData name="Choueiri, Samia" userId="b81b9bbb-c87f-490f-9bf9-c5942ec705de" providerId="ADAL" clId="{C0C6888D-7B7D-4AE8-9550-F11A64A47FB8}" dt="2025-03-04T18:51:04.198" v="3932" actId="20577"/>
          <ac:spMkLst>
            <pc:docMk/>
            <pc:sldMk cId="0" sldId="256"/>
            <ac:spMk id="42" creationId="{A2B780AA-1835-403D-9431-C77CA5DD4AFE}"/>
          </ac:spMkLst>
        </pc:spChg>
        <pc:spChg chg="mod">
          <ac:chgData name="Choueiri, Samia" userId="b81b9bbb-c87f-490f-9bf9-c5942ec705de" providerId="ADAL" clId="{C0C6888D-7B7D-4AE8-9550-F11A64A47FB8}" dt="2025-03-04T18:48:43.650" v="3925" actId="20577"/>
          <ac:spMkLst>
            <pc:docMk/>
            <pc:sldMk cId="0" sldId="256"/>
            <ac:spMk id="51" creationId="{652990E8-C7D0-A77C-729B-F6D5121E30FE}"/>
          </ac:spMkLst>
        </pc:spChg>
        <pc:spChg chg="add mod">
          <ac:chgData name="Choueiri, Samia" userId="b81b9bbb-c87f-490f-9bf9-c5942ec705de" providerId="ADAL" clId="{C0C6888D-7B7D-4AE8-9550-F11A64A47FB8}" dt="2025-03-02T03:18:33.933" v="2864" actId="1038"/>
          <ac:spMkLst>
            <pc:docMk/>
            <pc:sldMk cId="0" sldId="256"/>
            <ac:spMk id="56" creationId="{F574F93A-3AFE-8EA0-1B13-40A2C3F2EAEF}"/>
          </ac:spMkLst>
        </pc:spChg>
        <pc:spChg chg="add mod">
          <ac:chgData name="Choueiri, Samia" userId="b81b9bbb-c87f-490f-9bf9-c5942ec705de" providerId="ADAL" clId="{C0C6888D-7B7D-4AE8-9550-F11A64A47FB8}" dt="2025-03-02T03:18:29.852" v="2862" actId="1038"/>
          <ac:spMkLst>
            <pc:docMk/>
            <pc:sldMk cId="0" sldId="256"/>
            <ac:spMk id="57" creationId="{B4512EA1-A5E6-CBF3-8F9E-C552C66052C7}"/>
          </ac:spMkLst>
        </pc:spChg>
        <pc:spChg chg="mod">
          <ac:chgData name="Choueiri, Samia" userId="b81b9bbb-c87f-490f-9bf9-c5942ec705de" providerId="ADAL" clId="{C0C6888D-7B7D-4AE8-9550-F11A64A47FB8}" dt="2025-03-02T00:22:39.545" v="530" actId="14100"/>
          <ac:spMkLst>
            <pc:docMk/>
            <pc:sldMk cId="0" sldId="256"/>
            <ac:spMk id="58" creationId="{43A518F1-84A3-484B-8745-BEC242103BDA}"/>
          </ac:spMkLst>
        </pc:spChg>
        <pc:spChg chg="mod">
          <ac:chgData name="Choueiri, Samia" userId="b81b9bbb-c87f-490f-9bf9-c5942ec705de" providerId="ADAL" clId="{C0C6888D-7B7D-4AE8-9550-F11A64A47FB8}" dt="2025-03-04T18:50:44.439" v="3931" actId="20577"/>
          <ac:spMkLst>
            <pc:docMk/>
            <pc:sldMk cId="0" sldId="256"/>
            <ac:spMk id="59" creationId="{D12D084C-CEA3-4E5E-9D37-2D0AC229718D}"/>
          </ac:spMkLst>
        </pc:spChg>
        <pc:spChg chg="mod">
          <ac:chgData name="Choueiri, Samia" userId="b81b9bbb-c87f-490f-9bf9-c5942ec705de" providerId="ADAL" clId="{C0C6888D-7B7D-4AE8-9550-F11A64A47FB8}" dt="2025-03-02T00:22:45.089" v="531" actId="14100"/>
          <ac:spMkLst>
            <pc:docMk/>
            <pc:sldMk cId="0" sldId="256"/>
            <ac:spMk id="60" creationId="{9ED7C232-4103-4FA7-9F34-111140B00C54}"/>
          </ac:spMkLst>
        </pc:spChg>
        <pc:spChg chg="add mod">
          <ac:chgData name="Choueiri, Samia" userId="b81b9bbb-c87f-490f-9bf9-c5942ec705de" providerId="ADAL" clId="{C0C6888D-7B7D-4AE8-9550-F11A64A47FB8}" dt="2025-03-04T18:38:34.990" v="3897" actId="20577"/>
          <ac:spMkLst>
            <pc:docMk/>
            <pc:sldMk cId="0" sldId="256"/>
            <ac:spMk id="62" creationId="{2A56E4EC-596F-F90E-1CA8-4319E7E598F5}"/>
          </ac:spMkLst>
        </pc:spChg>
        <pc:spChg chg="mod">
          <ac:chgData name="Choueiri, Samia" userId="b81b9bbb-c87f-490f-9bf9-c5942ec705de" providerId="ADAL" clId="{C0C6888D-7B7D-4AE8-9550-F11A64A47FB8}" dt="2025-03-04T18:45:08.024" v="3905" actId="20577"/>
          <ac:spMkLst>
            <pc:docMk/>
            <pc:sldMk cId="0" sldId="256"/>
            <ac:spMk id="70" creationId="{425621FB-070F-446E-BA36-4A66EBF8DEF2}"/>
          </ac:spMkLst>
        </pc:spChg>
        <pc:spChg chg="mod">
          <ac:chgData name="Choueiri, Samia" userId="b81b9bbb-c87f-490f-9bf9-c5942ec705de" providerId="ADAL" clId="{C0C6888D-7B7D-4AE8-9550-F11A64A47FB8}" dt="2025-03-02T03:51:22.781" v="3831" actId="20577"/>
          <ac:spMkLst>
            <pc:docMk/>
            <pc:sldMk cId="0" sldId="256"/>
            <ac:spMk id="71" creationId="{3A3E55C8-5130-4258-80B1-064CE3FDB621}"/>
          </ac:spMkLst>
        </pc:spChg>
        <pc:spChg chg="mod">
          <ac:chgData name="Choueiri, Samia" userId="b81b9bbb-c87f-490f-9bf9-c5942ec705de" providerId="ADAL" clId="{C0C6888D-7B7D-4AE8-9550-F11A64A47FB8}" dt="2025-03-04T18:36:06.025" v="3884" actId="20577"/>
          <ac:spMkLst>
            <pc:docMk/>
            <pc:sldMk cId="0" sldId="256"/>
            <ac:spMk id="73" creationId="{D5A32123-7974-4A0F-B8DF-6C82FB22F596}"/>
          </ac:spMkLst>
        </pc:spChg>
        <pc:spChg chg="mod">
          <ac:chgData name="Choueiri, Samia" userId="b81b9bbb-c87f-490f-9bf9-c5942ec705de" providerId="ADAL" clId="{C0C6888D-7B7D-4AE8-9550-F11A64A47FB8}" dt="2025-03-02T00:23:35.996" v="536" actId="14100"/>
          <ac:spMkLst>
            <pc:docMk/>
            <pc:sldMk cId="0" sldId="256"/>
            <ac:spMk id="74" creationId="{4EDA12B6-07B5-44F9-8F8B-E1BE66469DB6}"/>
          </ac:spMkLst>
        </pc:spChg>
        <pc:spChg chg="mod">
          <ac:chgData name="Choueiri, Samia" userId="b81b9bbb-c87f-490f-9bf9-c5942ec705de" providerId="ADAL" clId="{C0C6888D-7B7D-4AE8-9550-F11A64A47FB8}" dt="2025-03-02T00:23:16.187" v="534" actId="14100"/>
          <ac:spMkLst>
            <pc:docMk/>
            <pc:sldMk cId="0" sldId="256"/>
            <ac:spMk id="75" creationId="{C24D4BC5-5256-4C2E-B3FB-87EA69B63AF3}"/>
          </ac:spMkLst>
        </pc:spChg>
        <pc:spChg chg="mod">
          <ac:chgData name="Choueiri, Samia" userId="b81b9bbb-c87f-490f-9bf9-c5942ec705de" providerId="ADAL" clId="{C0C6888D-7B7D-4AE8-9550-F11A64A47FB8}" dt="2025-03-02T03:27:12.560" v="3013" actId="14100"/>
          <ac:spMkLst>
            <pc:docMk/>
            <pc:sldMk cId="0" sldId="256"/>
            <ac:spMk id="82" creationId="{D026A6A3-D6D2-4951-8B04-EF51015D25DB}"/>
          </ac:spMkLst>
        </pc:spChg>
        <pc:spChg chg="mod">
          <ac:chgData name="Choueiri, Samia" userId="b81b9bbb-c87f-490f-9bf9-c5942ec705de" providerId="ADAL" clId="{C0C6888D-7B7D-4AE8-9550-F11A64A47FB8}" dt="2025-03-04T18:45:42.467" v="3906" actId="20577"/>
          <ac:spMkLst>
            <pc:docMk/>
            <pc:sldMk cId="0" sldId="256"/>
            <ac:spMk id="84" creationId="{3D96BB99-3F6E-4E73-BA6B-A122D83B12A2}"/>
          </ac:spMkLst>
        </pc:spChg>
        <pc:spChg chg="add mod">
          <ac:chgData name="Choueiri, Samia" userId="b81b9bbb-c87f-490f-9bf9-c5942ec705de" providerId="ADAL" clId="{C0C6888D-7B7D-4AE8-9550-F11A64A47FB8}" dt="2025-03-02T01:33:34.768" v="2257" actId="1076"/>
          <ac:spMkLst>
            <pc:docMk/>
            <pc:sldMk cId="0" sldId="256"/>
            <ac:spMk id="86" creationId="{4FD218A6-E0D9-8A84-B966-751D76A1B489}"/>
          </ac:spMkLst>
        </pc:spChg>
        <pc:spChg chg="add mod">
          <ac:chgData name="Choueiri, Samia" userId="b81b9bbb-c87f-490f-9bf9-c5942ec705de" providerId="ADAL" clId="{C0C6888D-7B7D-4AE8-9550-F11A64A47FB8}" dt="2025-03-02T01:49:30.127" v="2409" actId="20577"/>
          <ac:spMkLst>
            <pc:docMk/>
            <pc:sldMk cId="0" sldId="256"/>
            <ac:spMk id="87" creationId="{AE736E1A-17E1-08B2-5B89-71135401661D}"/>
          </ac:spMkLst>
        </pc:spChg>
        <pc:spChg chg="mod">
          <ac:chgData name="Choueiri, Samia" userId="b81b9bbb-c87f-490f-9bf9-c5942ec705de" providerId="ADAL" clId="{C0C6888D-7B7D-4AE8-9550-F11A64A47FB8}" dt="2025-03-02T00:38:14.211" v="1409" actId="14100"/>
          <ac:spMkLst>
            <pc:docMk/>
            <pc:sldMk cId="0" sldId="256"/>
            <ac:spMk id="88" creationId="{236036AE-C83F-4AC9-800C-C6574727635F}"/>
          </ac:spMkLst>
        </pc:spChg>
        <pc:spChg chg="mod">
          <ac:chgData name="Choueiri, Samia" userId="b81b9bbb-c87f-490f-9bf9-c5942ec705de" providerId="ADAL" clId="{C0C6888D-7B7D-4AE8-9550-F11A64A47FB8}" dt="2025-03-04T18:48:07.543" v="3921" actId="20577"/>
          <ac:spMkLst>
            <pc:docMk/>
            <pc:sldMk cId="0" sldId="256"/>
            <ac:spMk id="89" creationId="{9742DD1E-D7E3-4AB1-8A17-D5B59B6AB38B}"/>
          </ac:spMkLst>
        </pc:spChg>
        <pc:spChg chg="mod">
          <ac:chgData name="Choueiri, Samia" userId="b81b9bbb-c87f-490f-9bf9-c5942ec705de" providerId="ADAL" clId="{C0C6888D-7B7D-4AE8-9550-F11A64A47FB8}" dt="2025-03-02T00:27:55.404" v="790" actId="1037"/>
          <ac:spMkLst>
            <pc:docMk/>
            <pc:sldMk cId="0" sldId="256"/>
            <ac:spMk id="90" creationId="{8C463412-CC68-4A0F-AE72-68EF99EB2F46}"/>
          </ac:spMkLst>
        </pc:spChg>
        <pc:spChg chg="add mod">
          <ac:chgData name="Choueiri, Samia" userId="b81b9bbb-c87f-490f-9bf9-c5942ec705de" providerId="ADAL" clId="{C0C6888D-7B7D-4AE8-9550-F11A64A47FB8}" dt="2025-03-02T03:31:43.684" v="3095" actId="20577"/>
          <ac:spMkLst>
            <pc:docMk/>
            <pc:sldMk cId="0" sldId="256"/>
            <ac:spMk id="92" creationId="{4591FFA6-F7A3-D3EE-D702-B4FF77364A55}"/>
          </ac:spMkLst>
        </pc:spChg>
        <pc:spChg chg="add mod">
          <ac:chgData name="Choueiri, Samia" userId="b81b9bbb-c87f-490f-9bf9-c5942ec705de" providerId="ADAL" clId="{C0C6888D-7B7D-4AE8-9550-F11A64A47FB8}" dt="2025-03-04T18:39:25.367" v="3902" actId="20577"/>
          <ac:spMkLst>
            <pc:docMk/>
            <pc:sldMk cId="0" sldId="256"/>
            <ac:spMk id="93" creationId="{639376DE-EE71-9AA0-627B-5E474784AAEF}"/>
          </ac:spMkLst>
        </pc:spChg>
        <pc:spChg chg="add mod">
          <ac:chgData name="Choueiri, Samia" userId="b81b9bbb-c87f-490f-9bf9-c5942ec705de" providerId="ADAL" clId="{C0C6888D-7B7D-4AE8-9550-F11A64A47FB8}" dt="2025-03-02T01:53:25.666" v="2521" actId="1035"/>
          <ac:spMkLst>
            <pc:docMk/>
            <pc:sldMk cId="0" sldId="256"/>
            <ac:spMk id="94" creationId="{BA906994-298C-70B5-4B95-53701176B242}"/>
          </ac:spMkLst>
        </pc:spChg>
        <pc:spChg chg="add mod">
          <ac:chgData name="Choueiri, Samia" userId="b81b9bbb-c87f-490f-9bf9-c5942ec705de" providerId="ADAL" clId="{C0C6888D-7B7D-4AE8-9550-F11A64A47FB8}" dt="2025-03-04T18:50:19.818" v="3930" actId="20577"/>
          <ac:spMkLst>
            <pc:docMk/>
            <pc:sldMk cId="0" sldId="256"/>
            <ac:spMk id="95" creationId="{46039920-892F-872B-BE87-8B0993C0DA8E}"/>
          </ac:spMkLst>
        </pc:spChg>
        <pc:spChg chg="add mod">
          <ac:chgData name="Choueiri, Samia" userId="b81b9bbb-c87f-490f-9bf9-c5942ec705de" providerId="ADAL" clId="{C0C6888D-7B7D-4AE8-9550-F11A64A47FB8}" dt="2025-03-02T03:28:22.008" v="3022" actId="1036"/>
          <ac:spMkLst>
            <pc:docMk/>
            <pc:sldMk cId="0" sldId="256"/>
            <ac:spMk id="102" creationId="{554CD491-1863-CD6A-52C9-6A2B6FB33F6D}"/>
          </ac:spMkLst>
        </pc:spChg>
        <pc:spChg chg="add mod">
          <ac:chgData name="Choueiri, Samia" userId="b81b9bbb-c87f-490f-9bf9-c5942ec705de" providerId="ADAL" clId="{C0C6888D-7B7D-4AE8-9550-F11A64A47FB8}" dt="2025-03-02T03:28:22.008" v="3022" actId="1036"/>
          <ac:spMkLst>
            <pc:docMk/>
            <pc:sldMk cId="0" sldId="256"/>
            <ac:spMk id="103" creationId="{7F9BCD3E-AFD9-423B-F0F6-14DCA5C9508D}"/>
          </ac:spMkLst>
        </pc:spChg>
        <pc:spChg chg="add mod">
          <ac:chgData name="Choueiri, Samia" userId="b81b9bbb-c87f-490f-9bf9-c5942ec705de" providerId="ADAL" clId="{C0C6888D-7B7D-4AE8-9550-F11A64A47FB8}" dt="2025-03-04T18:38:46.204" v="3898" actId="20577"/>
          <ac:spMkLst>
            <pc:docMk/>
            <pc:sldMk cId="0" sldId="256"/>
            <ac:spMk id="104" creationId="{09F8B6A9-C6C7-1625-E9B4-3C98C9D7155D}"/>
          </ac:spMkLst>
        </pc:spChg>
        <pc:spChg chg="add mod">
          <ac:chgData name="Choueiri, Samia" userId="b81b9bbb-c87f-490f-9bf9-c5942ec705de" providerId="ADAL" clId="{C0C6888D-7B7D-4AE8-9550-F11A64A47FB8}" dt="2025-03-02T03:53:32.091" v="3862" actId="12788"/>
          <ac:spMkLst>
            <pc:docMk/>
            <pc:sldMk cId="0" sldId="256"/>
            <ac:spMk id="109" creationId="{1C903543-5F9B-E5BD-EFB0-F63FF8234509}"/>
          </ac:spMkLst>
        </pc:spChg>
        <pc:graphicFrameChg chg="add mod modGraphic">
          <ac:chgData name="Choueiri, Samia" userId="b81b9bbb-c87f-490f-9bf9-c5942ec705de" providerId="ADAL" clId="{C0C6888D-7B7D-4AE8-9550-F11A64A47FB8}" dt="2025-03-03T21:11:24.517" v="3878" actId="1076"/>
          <ac:graphicFrameMkLst>
            <pc:docMk/>
            <pc:sldMk cId="0" sldId="256"/>
            <ac:graphicFrameMk id="21" creationId="{5C5F0391-4759-039C-281B-D65C3A4924F7}"/>
          </ac:graphicFrameMkLst>
        </pc:graphicFrameChg>
        <pc:picChg chg="add mod">
          <ac:chgData name="Choueiri, Samia" userId="b81b9bbb-c87f-490f-9bf9-c5942ec705de" providerId="ADAL" clId="{C0C6888D-7B7D-4AE8-9550-F11A64A47FB8}" dt="2025-03-02T03:53:32.091" v="3862" actId="12788"/>
          <ac:picMkLst>
            <pc:docMk/>
            <pc:sldMk cId="0" sldId="256"/>
            <ac:picMk id="9" creationId="{A3BCA522-D498-E154-16FA-A7EBECF7D83C}"/>
          </ac:picMkLst>
        </pc:picChg>
        <pc:picChg chg="add mod">
          <ac:chgData name="Choueiri, Samia" userId="b81b9bbb-c87f-490f-9bf9-c5942ec705de" providerId="ADAL" clId="{C0C6888D-7B7D-4AE8-9550-F11A64A47FB8}" dt="2025-03-02T00:26:40.633" v="677" actId="1036"/>
          <ac:picMkLst>
            <pc:docMk/>
            <pc:sldMk cId="0" sldId="256"/>
            <ac:picMk id="18" creationId="{2A4D9693-4300-2E3D-5055-EB3B268F6FF7}"/>
          </ac:picMkLst>
        </pc:picChg>
        <pc:picChg chg="add mod modCrop">
          <ac:chgData name="Choueiri, Samia" userId="b81b9bbb-c87f-490f-9bf9-c5942ec705de" providerId="ADAL" clId="{C0C6888D-7B7D-4AE8-9550-F11A64A47FB8}" dt="2025-03-02T03:31:47.975" v="3097" actId="1036"/>
          <ac:picMkLst>
            <pc:docMk/>
            <pc:sldMk cId="0" sldId="256"/>
            <ac:picMk id="77" creationId="{3CA6693C-DAF2-D6FC-6356-ACF94FE21453}"/>
          </ac:picMkLst>
        </pc:picChg>
        <pc:picChg chg="add del mod">
          <ac:chgData name="Choueiri, Samia" userId="b81b9bbb-c87f-490f-9bf9-c5942ec705de" providerId="ADAL" clId="{C0C6888D-7B7D-4AE8-9550-F11A64A47FB8}" dt="2025-03-02T03:43:36.304" v="3719" actId="1036"/>
          <ac:picMkLst>
            <pc:docMk/>
            <pc:sldMk cId="0" sldId="256"/>
            <ac:picMk id="91" creationId="{378A913D-1A7A-7D03-4A4D-A16D59B54277}"/>
          </ac:picMkLst>
        </pc:picChg>
        <pc:picChg chg="add mod modCrop">
          <ac:chgData name="Choueiri, Samia" userId="b81b9bbb-c87f-490f-9bf9-c5942ec705de" providerId="ADAL" clId="{C0C6888D-7B7D-4AE8-9550-F11A64A47FB8}" dt="2025-03-02T03:54:17.801" v="3868" actId="1035"/>
          <ac:picMkLst>
            <pc:docMk/>
            <pc:sldMk cId="0" sldId="256"/>
            <ac:picMk id="99" creationId="{989F7573-4980-BE22-D938-DC6B26AFAC3B}"/>
          </ac:picMkLst>
        </pc:picChg>
        <pc:picChg chg="add mod modCrop">
          <ac:chgData name="Choueiri, Samia" userId="b81b9bbb-c87f-490f-9bf9-c5942ec705de" providerId="ADAL" clId="{C0C6888D-7B7D-4AE8-9550-F11A64A47FB8}" dt="2025-03-02T03:54:17.801" v="3868" actId="1035"/>
          <ac:picMkLst>
            <pc:docMk/>
            <pc:sldMk cId="0" sldId="256"/>
            <ac:picMk id="101" creationId="{35428FEC-AAA3-6A2A-80E4-17D95AB3AF6A}"/>
          </ac:picMkLst>
        </pc:picChg>
        <pc:picChg chg="add mod ord">
          <ac:chgData name="Choueiri, Samia" userId="b81b9bbb-c87f-490f-9bf9-c5942ec705de" providerId="ADAL" clId="{C0C6888D-7B7D-4AE8-9550-F11A64A47FB8}" dt="2025-03-02T03:28:22.008" v="3022" actId="1036"/>
          <ac:picMkLst>
            <pc:docMk/>
            <pc:sldMk cId="0" sldId="256"/>
            <ac:picMk id="108" creationId="{FC8EA939-FF2E-E47D-1A7B-065AF6D0AB9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fld id="{56A6134A-9986-4884-ADAB-C57241D32564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862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41925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82738" y="889000"/>
            <a:ext cx="6059487" cy="4545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57300" y="5732463"/>
            <a:ext cx="6708775" cy="533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41925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fld id="{23124DF2-DDA8-402F-81DD-AC1D1E5694A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40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 smtId="4294967295"/>
            </a:defPPr>
            <a:lvl1pPr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5580D61-8B82-42C3-9A37-58134866DD67}" type="slidenum">
              <a:rPr lang="zh-CN" altLang="en-US" sz="1500"/>
              <a:t>1</a:t>
            </a:fld>
            <a:endParaRPr lang="en-US" altLang="zh-CN" sz="1500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 smtId="4294967295"/>
            </a:defPPr>
          </a:lstStyle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3" y="10226675"/>
            <a:ext cx="37306957" cy="705485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8653125"/>
            <a:ext cx="30722711" cy="841375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6012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3083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6957" cy="6537325"/>
          </a:xfrm>
          <a:prstGeom prst="rect">
            <a:avLst/>
          </a:prstGeom>
        </p:spPr>
        <p:txBody>
          <a:bodyPr anchor="t"/>
          <a:lstStyle>
            <a:defPPr>
              <a:defRPr kern="1200" smtId="4294967295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8"/>
            <a:ext cx="37306957" cy="7200900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4496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279" y="7680325"/>
            <a:ext cx="19683588" cy="2172493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4" y="7680325"/>
            <a:ext cx="19683589" cy="2172493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97320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7369176"/>
            <a:ext cx="19392900" cy="3070225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10439401"/>
            <a:ext cx="19392900" cy="18965862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5" y="7369176"/>
            <a:ext cx="19401368" cy="3070225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5" y="10439401"/>
            <a:ext cx="19401368" cy="18965862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9614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570457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9810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1311275"/>
            <a:ext cx="14439900" cy="5576888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1311275"/>
            <a:ext cx="24536400" cy="2809398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6888163"/>
            <a:ext cx="14439900" cy="225171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5467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5" y="23042564"/>
            <a:ext cx="26334157" cy="2720975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5" y="2941639"/>
            <a:ext cx="26334157" cy="1975008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5" y="25763539"/>
            <a:ext cx="26334157" cy="3862387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9591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8220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968" y="1317625"/>
            <a:ext cx="9874956" cy="28087638"/>
          </a:xfrm>
          <a:prstGeom prst="rect">
            <a:avLst/>
          </a:prstGeom>
        </p:spPr>
        <p:txBody>
          <a:bodyPr vert="eaVert"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8" y="1317625"/>
            <a:ext cx="29492222" cy="28087638"/>
          </a:xfrm>
          <a:prstGeom prst="rect">
            <a:avLst/>
          </a:prstGeo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15127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506200" y="16459200"/>
            <a:ext cx="14274800" cy="43688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1122600" y="16459200"/>
            <a:ext cx="14274800" cy="43688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959600" y="33426400"/>
            <a:ext cx="29972000" cy="15494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596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880">
                <a:solidFill>
                  <a:srgbClr val="808080"/>
                </a:solidFill>
              </a:rPr>
              <a:t>Template ID: ponderingpeacock  Size: tri-fold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 smtId="4294967295"/>
      </a:defPPr>
      <a:lvl1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2pPr>
      <a:lvl3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3pPr>
      <a:lvl4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4pPr>
      <a:lvl5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5pPr>
      <a:lvl6pPr marL="4572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6pPr>
      <a:lvl7pPr marL="9144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7pPr>
      <a:lvl8pPr marL="13716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8pPr>
      <a:lvl9pPr marL="18288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 smtId="4294967295"/>
      </a:defPPr>
      <a:lvl1pPr marL="1150938" indent="-1150938" algn="l" defTabSz="3074988" rtl="0" eaLnBrk="0" fontAlgn="base" hangingPunct="0">
        <a:spcBef>
          <a:spcPct val="20000"/>
        </a:spcBef>
        <a:spcAft>
          <a:spcPct val="0"/>
        </a:spcAft>
        <a:buChar char="•"/>
        <a:defRPr sz="10700">
          <a:solidFill>
            <a:schemeClr val="tx1"/>
          </a:solidFill>
          <a:latin typeface="+mn-lt"/>
          <a:ea typeface="+mn-ea"/>
          <a:cs typeface="+mn-cs"/>
        </a:defRPr>
      </a:lvl1pPr>
      <a:lvl2pPr marL="2497138" indent="-960438" algn="l" defTabSz="3074988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</a:defRPr>
      </a:lvl2pPr>
      <a:lvl3pPr marL="3843338" indent="-768350" algn="l" defTabSz="3074988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</a:defRPr>
      </a:lvl3pPr>
      <a:lvl4pPr marL="5384800" indent="-773113" algn="l" defTabSz="3074988" rtl="0" eaLnBrk="0" fontAlgn="base" hangingPunct="0">
        <a:spcBef>
          <a:spcPct val="20000"/>
        </a:spcBef>
        <a:spcAft>
          <a:spcPct val="0"/>
        </a:spcAft>
        <a:buChar char="–"/>
        <a:defRPr sz="6500">
          <a:solidFill>
            <a:schemeClr val="tx1"/>
          </a:solidFill>
          <a:latin typeface="+mn-lt"/>
        </a:defRPr>
      </a:lvl4pPr>
      <a:lvl5pPr marL="69215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5pPr>
      <a:lvl6pPr marL="73787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6pPr>
      <a:lvl7pPr marL="78359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7pPr>
      <a:lvl8pPr marL="82931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8pPr>
      <a:lvl9pPr marL="87503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rgbClr val="2D3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D875F7C-F85D-6757-0171-286E3D0CDDC0}"/>
              </a:ext>
            </a:extLst>
          </p:cNvPr>
          <p:cNvSpPr/>
          <p:nvPr/>
        </p:nvSpPr>
        <p:spPr>
          <a:xfrm>
            <a:off x="11545750" y="26100520"/>
            <a:ext cx="9999799" cy="3312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 dirty="0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AB565B-D2C3-136C-C520-8592D975617C}"/>
              </a:ext>
            </a:extLst>
          </p:cNvPr>
          <p:cNvSpPr/>
          <p:nvPr/>
        </p:nvSpPr>
        <p:spPr>
          <a:xfrm>
            <a:off x="22289483" y="16029880"/>
            <a:ext cx="20914196" cy="6401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 dirty="0">
              <a:latin typeface="+mj-lt"/>
            </a:endParaRPr>
          </a:p>
        </p:txBody>
      </p:sp>
      <p:sp>
        <p:nvSpPr>
          <p:cNvPr id="28" name="Text Box 241"/>
          <p:cNvSpPr txBox="1">
            <a:spLocks noChangeArrowheads="1"/>
          </p:cNvSpPr>
          <p:nvPr/>
        </p:nvSpPr>
        <p:spPr bwMode="auto">
          <a:xfrm>
            <a:off x="660482" y="685800"/>
            <a:ext cx="42542542" cy="6080622"/>
          </a:xfrm>
          <a:prstGeom prst="snip2DiagRect">
            <a:avLst/>
          </a:prstGeom>
          <a:solidFill>
            <a:srgbClr val="8E0000"/>
          </a:solidFill>
          <a:ln w="25400">
            <a:noFill/>
            <a:miter lim="800000"/>
          </a:ln>
        </p:spPr>
        <p:txBody>
          <a:bodyPr lIns="61170" tIns="30584" rIns="61170" bIns="30584" anchor="ctr"/>
          <a:lstStyle>
            <a:defPPr>
              <a:defRPr kern="1200" smtId="4294967295"/>
            </a:defPPr>
            <a:lvl1pPr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zh-CN" sz="4200" b="1" i="1" u="sng" dirty="0">
              <a:solidFill>
                <a:schemeClr val="bg1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425621FB-070F-446E-BA36-4A66EBF8DEF2}"/>
              </a:ext>
            </a:extLst>
          </p:cNvPr>
          <p:cNvSpPr txBox="1"/>
          <p:nvPr/>
        </p:nvSpPr>
        <p:spPr>
          <a:xfrm>
            <a:off x="3618667" y="1538084"/>
            <a:ext cx="36576000" cy="16950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 smtId="4294967295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spcBef>
                <a:spcPct val="20000"/>
              </a:spcBef>
              <a:defRPr/>
            </a:pPr>
            <a:r>
              <a:rPr lang="en-US" sz="85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Volumetric DDoS Attack Detection and Mitigation</a:t>
            </a:r>
          </a:p>
          <a:p>
            <a:pPr algn="ctr" defTabSz="3761086">
              <a:spcBef>
                <a:spcPct val="20000"/>
              </a:spcBef>
              <a:defRPr/>
            </a:pPr>
            <a:r>
              <a:rPr lang="en-US" sz="85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using P4-DPDK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3A3E55C8-5130-4258-80B1-064CE3FDB621}"/>
              </a:ext>
            </a:extLst>
          </p:cNvPr>
          <p:cNvSpPr txBox="1"/>
          <p:nvPr/>
        </p:nvSpPr>
        <p:spPr>
          <a:xfrm>
            <a:off x="3657600" y="4352496"/>
            <a:ext cx="36576000" cy="18959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 smtId="4294967295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56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Samia Choueiri, Ali Mazloum, Sergio Elizalde, Elie </a:t>
            </a:r>
            <a:r>
              <a:rPr lang="en-US" sz="5600" dirty="0" err="1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Kfoury</a:t>
            </a:r>
            <a:r>
              <a:rPr lang="en-US" sz="56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, Jorge </a:t>
            </a:r>
            <a:r>
              <a:rPr lang="en-US" sz="5600" dirty="0" err="1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Crichigno</a:t>
            </a:r>
            <a:endParaRPr lang="en-US" sz="5600" dirty="0">
              <a:solidFill>
                <a:schemeClr val="bg1"/>
              </a:solidFill>
              <a:effectLst/>
              <a:latin typeface="Quattrocento" panose="02020802030000000404" pitchFamily="18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56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University of South Carolina, Columbia, South Carolina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F831EE1-8866-4A3E-8CAB-8624A11FF145}"/>
              </a:ext>
            </a:extLst>
          </p:cNvPr>
          <p:cNvSpPr/>
          <p:nvPr/>
        </p:nvSpPr>
        <p:spPr>
          <a:xfrm>
            <a:off x="685800" y="26236611"/>
            <a:ext cx="10058400" cy="5843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1" name="Rectangle 10">
            <a:extLst>
              <a:ext uri="{FF2B5EF4-FFF2-40B4-BE49-F238E27FC236}">
                <a16:creationId xmlns:a16="http://schemas.microsoft.com/office/drawing/2014/main" id="{868B6862-5CC5-4906-AC03-EA9661AD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338539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Experiment Topology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26A6A3-D6D2-4951-8B04-EF51015D25DB}"/>
              </a:ext>
            </a:extLst>
          </p:cNvPr>
          <p:cNvSpPr/>
          <p:nvPr/>
        </p:nvSpPr>
        <p:spPr>
          <a:xfrm>
            <a:off x="22291204" y="8357104"/>
            <a:ext cx="20914196" cy="6166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4" name="Rectangle 10">
            <a:extLst>
              <a:ext uri="{FF2B5EF4-FFF2-40B4-BE49-F238E27FC236}">
                <a16:creationId xmlns:a16="http://schemas.microsoft.com/office/drawing/2014/main" id="{3D96BB99-3F6E-4E73-BA6B-A122D83B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1204" y="7471321"/>
            <a:ext cx="20914196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The Effect of DDoS Attack Detection and Mitigation on Background Traffic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24D4BC5-5256-4C2E-B3FB-87EA69B63AF3}"/>
              </a:ext>
            </a:extLst>
          </p:cNvPr>
          <p:cNvSpPr/>
          <p:nvPr/>
        </p:nvSpPr>
        <p:spPr>
          <a:xfrm>
            <a:off x="660482" y="8000999"/>
            <a:ext cx="10013444" cy="8246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D5A32123-7974-4A0F-B8DF-6C82FB22F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513" y="8458200"/>
            <a:ext cx="9488854" cy="7390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Distributed Denial of Service (DDoS) attacks continue to be a major threat to network environments. 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Hardware solutions (e.g., programmable data plane switches) offer high performance but require adding hardware, which is not ideal for virtualized environments (e.g., cloud).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Software solutions are flexible but suffer from performance issues due to the packet processing overhead in the OS kernel.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proposed system implements a DDoS attack detection and mitigation system that leverages the Data Plane Development Kit (DPDK) for high-speed packet processing.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system integrates a P4-based pipeline for efficient detection and mitigation directly within the data plane.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system is evaluated in a testbed environment while varying parameters such as the attack volume, the packet size distribution, the CPU core allocations, and others.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results show that the proposed system effectively detects and mitigates DDoS attacks while maintaining high throughput and low latency, even at a high traffic rate approaching 100Gbps.</a:t>
            </a:r>
          </a:p>
        </p:txBody>
      </p:sp>
      <p:sp>
        <p:nvSpPr>
          <p:cNvPr id="74" name="Rectangle 10">
            <a:extLst>
              <a:ext uri="{FF2B5EF4-FFF2-40B4-BE49-F238E27FC236}">
                <a16:creationId xmlns:a16="http://schemas.microsoft.com/office/drawing/2014/main" id="{4EDA12B6-07B5-44F9-8F8B-E1BE6646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81" y="7471321"/>
            <a:ext cx="10013443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Abstract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36036AE-C83F-4AC9-800C-C6574727635F}"/>
              </a:ext>
            </a:extLst>
          </p:cNvPr>
          <p:cNvSpPr/>
          <p:nvPr/>
        </p:nvSpPr>
        <p:spPr>
          <a:xfrm>
            <a:off x="11532105" y="17428191"/>
            <a:ext cx="10013445" cy="7308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9" name="TextBox 19">
            <a:extLst>
              <a:ext uri="{FF2B5EF4-FFF2-40B4-BE49-F238E27FC236}">
                <a16:creationId xmlns:a16="http://schemas.microsoft.com/office/drawing/2014/main" id="{9742DD1E-D7E3-4AB1-8A17-D5B59B6A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1364" y="17957236"/>
            <a:ext cx="9333205" cy="6731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List of considered DDoS attacks: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Quattrocento Sans" panose="020B0502050000020003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Quattrocento Sans" panose="020B0502050000020003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Quattrocento Sans" panose="020B0502050000020003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</a:pPr>
            <a:endParaRPr lang="en-US" sz="2400" dirty="0">
              <a:effectLst/>
              <a:latin typeface="Quattrocento Sans" panose="020B0502050000020003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DDoS attack detection methods:</a:t>
            </a: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Total packet count thresholding using register counters.</a:t>
            </a: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Per-flow packet count monitoring using the Count-min Sketch (CMS) data structure.</a:t>
            </a: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Connection tracking using the add-on-miss match-action tables.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DDoS attack mitigation methods:</a:t>
            </a:r>
          </a:p>
          <a:p>
            <a:pPr marL="800100" lvl="1" indent="-342900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Reducing the number of processed packets by a certain level.</a:t>
            </a:r>
          </a:p>
          <a:p>
            <a:pPr marL="800100" lvl="1" indent="-342900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Blacklisting flows identified as attackers.</a:t>
            </a:r>
          </a:p>
          <a:p>
            <a:pPr marL="800100" lvl="1" indent="-342900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Blocking flows that do not belong to a previously established connection.</a:t>
            </a:r>
          </a:p>
        </p:txBody>
      </p:sp>
      <p:sp>
        <p:nvSpPr>
          <p:cNvPr id="90" name="Rectangle 10">
            <a:extLst>
              <a:ext uri="{FF2B5EF4-FFF2-40B4-BE49-F238E27FC236}">
                <a16:creationId xmlns:a16="http://schemas.microsoft.com/office/drawing/2014/main" id="{8C463412-CC68-4A0F-AE72-68EF99EB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2106" y="16814800"/>
            <a:ext cx="10013444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Methodology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6F9B463-E17B-4E7C-87E7-83502E0F6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933918"/>
            <a:ext cx="5938992" cy="3028886"/>
          </a:xfrm>
          <a:prstGeom prst="rect">
            <a:avLst/>
          </a:prstGeom>
        </p:spPr>
      </p:pic>
      <p:pic>
        <p:nvPicPr>
          <p:cNvPr id="1030" name="Picture 6" descr="Image result for nsf">
            <a:extLst>
              <a:ext uri="{FF2B5EF4-FFF2-40B4-BE49-F238E27FC236}">
                <a16:creationId xmlns:a16="http://schemas.microsoft.com/office/drawing/2014/main" id="{B8C4B66A-A56E-4E53-ADAA-7CDBD5A48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877" y="1828800"/>
            <a:ext cx="3349581" cy="336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42840E07-26EB-4E1D-B651-E439ECC78699}"/>
              </a:ext>
            </a:extLst>
          </p:cNvPr>
          <p:cNvSpPr/>
          <p:nvPr/>
        </p:nvSpPr>
        <p:spPr>
          <a:xfrm>
            <a:off x="11523274" y="30369506"/>
            <a:ext cx="10058399" cy="1659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FCB36AFA-7261-4BD0-BAAA-5D5F78E44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6" y="29946600"/>
            <a:ext cx="10086175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Acknowledgement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A2B780AA-1835-403D-9431-C77CA5DD4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3386" y="31052786"/>
            <a:ext cx="9310332" cy="88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This work was supported by the National Science Foundation (NSF), Award 2346726</a:t>
            </a:r>
            <a:r>
              <a:rPr lang="en-US" sz="240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, 2417823, 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and 2403360.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A518F1-84A3-484B-8745-BEC242103BDA}"/>
              </a:ext>
            </a:extLst>
          </p:cNvPr>
          <p:cNvSpPr/>
          <p:nvPr/>
        </p:nvSpPr>
        <p:spPr>
          <a:xfrm>
            <a:off x="733576" y="17351602"/>
            <a:ext cx="9985305" cy="7333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59" name="TextBox 19">
            <a:extLst>
              <a:ext uri="{FF2B5EF4-FFF2-40B4-BE49-F238E27FC236}">
                <a16:creationId xmlns:a16="http://schemas.microsoft.com/office/drawing/2014/main" id="{D12D084C-CEA3-4E5E-9D37-2D0AC2297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608" y="17716500"/>
            <a:ext cx="9452776" cy="7001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DDoS defenses over P4 programmable data planes:</a:t>
            </a: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Existing approaches typically use probabilistic data structures to track flows' statistics at scale such as MV-Sketch [1], POSEIDON [2], and 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Jaqen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 [3]. They require networks to upgrade their infrastructure, which results in cost and complexity.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DDoS defenses over DPDK:</a:t>
            </a:r>
          </a:p>
          <a:p>
            <a:pPr marL="800100" lvl="1" indent="-342900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Using DPDK, significant performance gains have been shown in DDoS applications [4,5]. They are implemented in a general-purpose programming language lacking the flexibility of P4.</a:t>
            </a:r>
            <a:b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</a:br>
            <a:endParaRPr lang="en-US" sz="2400" dirty="0">
              <a:effectLst/>
              <a:latin typeface="Quattrocento Sans" panose="020B0502050000020003" pitchFamily="34" charset="0"/>
              <a:cs typeface="Arial" panose="020B0604020202020204" pitchFamily="34" charset="0"/>
            </a:endParaRPr>
          </a:p>
          <a:p>
            <a:pPr marL="0" lvl="1" algn="just"/>
            <a:r>
              <a:rPr lang="en-US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[1] Tang et. al., “A fast and compact invertible sketch for network-wide heavy flow detection,” 2020. </a:t>
            </a:r>
          </a:p>
          <a:p>
            <a:pPr marL="0" lvl="1" algn="just"/>
            <a:r>
              <a:rPr lang="en-US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[2] Zhang et. al., “Poseidon: mitigating volumetric DDoS attacks with programmable switches,” 2020</a:t>
            </a:r>
          </a:p>
          <a:p>
            <a:pPr marL="0" lvl="1" algn="just"/>
            <a:r>
              <a:rPr lang="en-US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[3] Liu et. al., “</a:t>
            </a:r>
            <a:r>
              <a:rPr lang="en-US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Jaqen</a:t>
            </a:r>
            <a:r>
              <a:rPr lang="en-US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: A {High-Performance}{Switch-Native} approach for detecting and mitigating volumetric {DDoS} attacks with programmable switches,” 2021</a:t>
            </a:r>
          </a:p>
          <a:p>
            <a:pPr marL="0" lvl="1" algn="just"/>
            <a:r>
              <a:rPr lang="en-US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[4] </a:t>
            </a:r>
            <a:r>
              <a:rPr lang="en-US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Basat</a:t>
            </a:r>
            <a:r>
              <a:rPr lang="en-US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 et. al., “Volumetric hierarchical heavy hitters,” 2018</a:t>
            </a:r>
          </a:p>
          <a:p>
            <a:pPr marL="0" lvl="1" algn="just"/>
            <a:r>
              <a:rPr lang="en-US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[5] Scherrer et. al., “LOFT: an efficient and scalable algorithm for detecting overuse flows,” 2021</a:t>
            </a:r>
          </a:p>
        </p:txBody>
      </p:sp>
      <p:sp>
        <p:nvSpPr>
          <p:cNvPr id="60" name="Rectangle 10">
            <a:extLst>
              <a:ext uri="{FF2B5EF4-FFF2-40B4-BE49-F238E27FC236}">
                <a16:creationId xmlns:a16="http://schemas.microsoft.com/office/drawing/2014/main" id="{9ED7C232-4103-4FA7-9F34-111140B00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77" y="16821925"/>
            <a:ext cx="9985304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Related Work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2D6E172-3748-5E38-8FB9-C4B2643BF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9147" y="15163800"/>
            <a:ext cx="20925573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The Overall Latency and Inference Time in the P4-DPDK Pipeline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5AA68CD2-B60D-F8DD-692B-9864F20D7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5871" y="26366091"/>
            <a:ext cx="9333205" cy="251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Detecting all attacks is effective, even in the presence of background traffic with high rates (up to 100Gbps).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Increasing the number of CPU cores improves throughput and prevents packet loss while the latency is slightly affected. 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Using four pipelines is a balanced configuration that allows the system to scale while maintaining performance.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CD1DA1-67EC-A526-DE99-7CACFF26A5EA}"/>
              </a:ext>
            </a:extLst>
          </p:cNvPr>
          <p:cNvSpPr/>
          <p:nvPr/>
        </p:nvSpPr>
        <p:spPr>
          <a:xfrm>
            <a:off x="11545751" y="8084711"/>
            <a:ext cx="10013445" cy="818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BF856385-963A-2689-09F5-2763CAAA5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5871" y="8749730"/>
            <a:ext cx="9333205" cy="230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P4 language with the Portable NIC Architecture (PNA) is used to implement the DDoS attack detection algorithm.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DPDK pipeline is compiled and loaded on the CPU cores of the host.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SmartNIC uses Receive Side Scaling (RSS) to distribute the load across the pipelines in the CPU cores. 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7CB80CC-46E4-1A35-6883-1C11133CF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5751" y="7471321"/>
            <a:ext cx="10013444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System Architecture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EC696430-E3E8-19CA-D66C-67559A844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3385" y="15540357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P4-DPDK DDoS attack detection system architecture</a:t>
            </a: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A9BEE4A1-0C3E-8263-849D-EF706DDD8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3274" y="25334891"/>
            <a:ext cx="10022276" cy="859978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Conclusion and Lessons Learned</a:t>
            </a:r>
          </a:p>
        </p:txBody>
      </p:sp>
      <p:sp>
        <p:nvSpPr>
          <p:cNvPr id="51" name="TextBox 19">
            <a:extLst>
              <a:ext uri="{FF2B5EF4-FFF2-40B4-BE49-F238E27FC236}">
                <a16:creationId xmlns:a16="http://schemas.microsoft.com/office/drawing/2014/main" id="{652990E8-C7D0-A77C-729B-F6D5121E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225" y="26457144"/>
            <a:ext cx="9557159" cy="251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Intrusion Detection System (IDS) / Intrusion Prevention System (IPS) also reflects the processed packets.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attacker simulated seven different DDoS attacks.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All servers are on the same FABRIC site.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DPDK-</a:t>
            </a:r>
            <a:r>
              <a:rPr lang="en-US" sz="2400" dirty="0" err="1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pktgen</a:t>
            </a: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 is used to generate traffic.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Quattrocento Sans" panose="020B0502050000020003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computer network diagram with a plant&#10;&#10;AI-generated content may be incorrect.">
            <a:extLst>
              <a:ext uri="{FF2B5EF4-FFF2-40B4-BE49-F238E27FC236}">
                <a16:creationId xmlns:a16="http://schemas.microsoft.com/office/drawing/2014/main" id="{A3BCA522-D498-E154-16FA-A7EBECF7D8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82" y="28498800"/>
            <a:ext cx="9843838" cy="3332657"/>
          </a:xfrm>
          <a:prstGeom prst="rect">
            <a:avLst/>
          </a:prstGeom>
        </p:spPr>
      </p:pic>
      <p:pic>
        <p:nvPicPr>
          <p:cNvPr id="18" name="Picture 1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A4D9693-4300-2E3D-5055-EB3B268F6F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4851" y="11501757"/>
            <a:ext cx="9925381" cy="3944539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C5F0391-4759-039C-281B-D65C3A492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4966"/>
              </p:ext>
            </p:extLst>
          </p:nvPr>
        </p:nvGraphicFramePr>
        <p:xfrm>
          <a:off x="12231838" y="18491502"/>
          <a:ext cx="894750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502">
                  <a:extLst>
                    <a:ext uri="{9D8B030D-6E8A-4147-A177-3AD203B41FA5}">
                      <a16:colId xmlns:a16="http://schemas.microsoft.com/office/drawing/2014/main" val="2707010167"/>
                    </a:ext>
                  </a:extLst>
                </a:gridCol>
                <a:gridCol w="2982502">
                  <a:extLst>
                    <a:ext uri="{9D8B030D-6E8A-4147-A177-3AD203B41FA5}">
                      <a16:colId xmlns:a16="http://schemas.microsoft.com/office/drawing/2014/main" val="4189542713"/>
                    </a:ext>
                  </a:extLst>
                </a:gridCol>
                <a:gridCol w="2982502">
                  <a:extLst>
                    <a:ext uri="{9D8B030D-6E8A-4147-A177-3AD203B41FA5}">
                      <a16:colId xmlns:a16="http://schemas.microsoft.com/office/drawing/2014/main" val="10580164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Quattrocento Sans" panose="020B0502050000020003" pitchFamily="34" charset="0"/>
                          <a:ea typeface="ＭＳ Ｐゴシック" pitchFamily="-106" charset="-128"/>
                          <a:cs typeface="Arial" panose="020B0604020202020204" pitchFamily="34" charset="0"/>
                        </a:rPr>
                        <a:t>1. SYN flood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Quattrocento Sans" panose="020B0502050000020003" pitchFamily="34" charset="0"/>
                          <a:ea typeface="ＭＳ Ｐゴシック" pitchFamily="-106" charset="-128"/>
                          <a:cs typeface="Arial" panose="020B0604020202020204" pitchFamily="34" charset="0"/>
                        </a:rPr>
                        <a:t>2. SYN-ACK flood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Quattrocento Sans" panose="020B0502050000020003" pitchFamily="34" charset="0"/>
                          <a:ea typeface="ＭＳ Ｐゴシック" pitchFamily="-106" charset="-128"/>
                          <a:cs typeface="Arial" panose="020B0604020202020204" pitchFamily="34" charset="0"/>
                        </a:rPr>
                        <a:t>3. ACK flood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7583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Quattrocento Sans" panose="020B0502050000020003" pitchFamily="34" charset="0"/>
                          <a:ea typeface="ＭＳ Ｐゴシック" pitchFamily="-106" charset="-128"/>
                          <a:cs typeface="Arial" panose="020B0604020202020204" pitchFamily="34" charset="0"/>
                        </a:rPr>
                        <a:t>4. FIN/RST flood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Quattrocento Sans" panose="020B0502050000020003" pitchFamily="34" charset="0"/>
                          <a:ea typeface="ＭＳ Ｐゴシック" pitchFamily="-106" charset="-128"/>
                          <a:cs typeface="Arial" panose="020B0604020202020204" pitchFamily="34" charset="0"/>
                        </a:rPr>
                        <a:t>5. Heavy hitter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Quattrocento Sans" panose="020B0502050000020003" pitchFamily="34" charset="0"/>
                          <a:ea typeface="ＭＳ Ｐゴシック" pitchFamily="-106" charset="-128"/>
                          <a:cs typeface="Arial" panose="020B0604020202020204" pitchFamily="34" charset="0"/>
                        </a:rPr>
                        <a:t>6. ICMP flood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58978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Quattrocento Sans" panose="020B0502050000020003" pitchFamily="34" charset="0"/>
                          <a:ea typeface="ＭＳ Ｐゴシック" pitchFamily="-106" charset="-128"/>
                          <a:cs typeface="Arial" panose="020B0604020202020204" pitchFamily="34" charset="0"/>
                        </a:rPr>
                        <a:t>7. UDP flood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Quattrocento Sans" panose="020B0502050000020003" pitchFamily="34" charset="0"/>
                        <a:ea typeface="ＭＳ Ｐゴシック" pitchFamily="-106" charset="-128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b="0" kern="1200" dirty="0">
                        <a:solidFill>
                          <a:schemeClr val="tx1"/>
                        </a:solidFill>
                        <a:effectLst/>
                        <a:latin typeface="Quattrocento Sans" panose="020B0502050000020003" pitchFamily="34" charset="0"/>
                        <a:ea typeface="ＭＳ Ｐゴシック" pitchFamily="-106" charset="-128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69458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C32B8E3A-095C-DDEF-F5F2-153EEAC78AC4}"/>
              </a:ext>
            </a:extLst>
          </p:cNvPr>
          <p:cNvSpPr/>
          <p:nvPr/>
        </p:nvSpPr>
        <p:spPr>
          <a:xfrm>
            <a:off x="22304278" y="24061912"/>
            <a:ext cx="10246629" cy="803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 dirty="0">
              <a:latin typeface="+mj-lt"/>
            </a:endParaRPr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FAE9512F-8FA2-CFC4-4F37-1963A2FE1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3942" y="23164800"/>
            <a:ext cx="10246629" cy="897112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Packet-loss in P4-DPDK vs. Suricata-DPDK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F574F93A-3AFE-8EA0-1B13-40A2C3F2E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3024" y="13944600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Detection and mitigation of simultaneous DDoS attacks</a:t>
            </a: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B4512EA1-A5E6-CBF3-8F9E-C552C660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224" y="13944600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Detection and mitigation of heavy hitters from different flows and rates</a:t>
            </a:r>
          </a:p>
        </p:txBody>
      </p:sp>
      <p:sp>
        <p:nvSpPr>
          <p:cNvPr id="62" name="TextBox 19">
            <a:extLst>
              <a:ext uri="{FF2B5EF4-FFF2-40B4-BE49-F238E27FC236}">
                <a16:creationId xmlns:a16="http://schemas.microsoft.com/office/drawing/2014/main" id="{2A56E4EC-596F-F90E-1CA8-4319E7E59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5200" y="8686800"/>
            <a:ext cx="19964400" cy="1200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experiments evaluate the ability of the pipeline to detect and mitigate different types of DDoS attacks in the presence of high-rate traffic.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system promptly mitigated the detected attack even while 100Gbps of background traffic was processed by the pipeline using four CPU cores.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seven different attacks are detected and mitigated with multiple approaches.</a:t>
            </a:r>
          </a:p>
        </p:txBody>
      </p:sp>
      <p:pic>
        <p:nvPicPr>
          <p:cNvPr id="77" name="Picture 76" descr="A graph of loss and loss of a flood&#10;&#10;AI-generated content may be incorrect.">
            <a:extLst>
              <a:ext uri="{FF2B5EF4-FFF2-40B4-BE49-F238E27FC236}">
                <a16:creationId xmlns:a16="http://schemas.microsoft.com/office/drawing/2014/main" id="{3CA6693C-DAF2-D6FC-6356-ACF94FE214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 t="4388" r="2212" b="9767"/>
          <a:stretch/>
        </p:blipFill>
        <p:spPr>
          <a:xfrm>
            <a:off x="22312440" y="25834328"/>
            <a:ext cx="10228131" cy="5407672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4FD218A6-E0D9-8A84-B966-751D76A1B489}"/>
              </a:ext>
            </a:extLst>
          </p:cNvPr>
          <p:cNvSpPr/>
          <p:nvPr/>
        </p:nvSpPr>
        <p:spPr>
          <a:xfrm>
            <a:off x="32956395" y="24061912"/>
            <a:ext cx="10246629" cy="803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 dirty="0">
              <a:latin typeface="+mj-lt"/>
            </a:endParaRPr>
          </a:p>
        </p:txBody>
      </p:sp>
      <p:sp>
        <p:nvSpPr>
          <p:cNvPr id="87" name="Rectangle 10">
            <a:extLst>
              <a:ext uri="{FF2B5EF4-FFF2-40B4-BE49-F238E27FC236}">
                <a16:creationId xmlns:a16="http://schemas.microsoft.com/office/drawing/2014/main" id="{AE736E1A-17E1-08B2-5B89-711354016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6059" y="23164800"/>
            <a:ext cx="10246629" cy="897112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Dynamic Thresholding</a:t>
            </a:r>
          </a:p>
        </p:txBody>
      </p:sp>
      <p:pic>
        <p:nvPicPr>
          <p:cNvPr id="91" name="Picture 90" descr="A graph of a flood&#10;&#10;AI-generated content may be incorrect.">
            <a:extLst>
              <a:ext uri="{FF2B5EF4-FFF2-40B4-BE49-F238E27FC236}">
                <a16:creationId xmlns:a16="http://schemas.microsoft.com/office/drawing/2014/main" id="{378A913D-1A7A-7D03-4A4D-A16D59B542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3" t="10372" r="2083" b="6086"/>
          <a:stretch/>
        </p:blipFill>
        <p:spPr>
          <a:xfrm>
            <a:off x="33105628" y="27338011"/>
            <a:ext cx="10006026" cy="3903989"/>
          </a:xfrm>
          <a:prstGeom prst="rect">
            <a:avLst/>
          </a:prstGeom>
        </p:spPr>
      </p:pic>
      <p:sp>
        <p:nvSpPr>
          <p:cNvPr id="92" name="TextBox 19">
            <a:extLst>
              <a:ext uri="{FF2B5EF4-FFF2-40B4-BE49-F238E27FC236}">
                <a16:creationId xmlns:a16="http://schemas.microsoft.com/office/drawing/2014/main" id="{4591FFA6-F7A3-D3EE-D702-B4FF77364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8796" y="24312129"/>
            <a:ext cx="9718082" cy="156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packet loss of the proposed system is compared against the packet loss in Suricata which is a widely used network IDS/IPS.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Suricata can be scaled to run on multiple CPU cores and is able to leverage DPDK for acceleration and kernel bypass.</a:t>
            </a:r>
          </a:p>
        </p:txBody>
      </p:sp>
      <p:sp>
        <p:nvSpPr>
          <p:cNvPr id="93" name="TextBox 19">
            <a:extLst>
              <a:ext uri="{FF2B5EF4-FFF2-40B4-BE49-F238E27FC236}">
                <a16:creationId xmlns:a16="http://schemas.microsoft.com/office/drawing/2014/main" id="{639376DE-EE71-9AA0-627B-5E474784A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0" y="24321577"/>
            <a:ext cx="9718082" cy="3046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system detects the normal behavior of the network and calculates the allowed margin of throughput.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An attack is identified based on the ratio between the allowed margin and the last observed number of packets.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As a flood attack is detected, the system processes an amount of packets within the allowed margin.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As the end of an attack is detected, the system updates the considered normal behavior. </a:t>
            </a:r>
          </a:p>
        </p:txBody>
      </p:sp>
      <p:sp>
        <p:nvSpPr>
          <p:cNvPr id="94" name="TextBox 19">
            <a:extLst>
              <a:ext uri="{FF2B5EF4-FFF2-40B4-BE49-F238E27FC236}">
                <a16:creationId xmlns:a16="http://schemas.microsoft.com/office/drawing/2014/main" id="{BA906994-298C-70B5-4B95-53701176B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7417" y="31242000"/>
            <a:ext cx="9598176" cy="83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Packet loss in Suricata-DPDK and the proposed system while mitigating DDoS attacks. </a:t>
            </a:r>
          </a:p>
        </p:txBody>
      </p:sp>
      <p:sp>
        <p:nvSpPr>
          <p:cNvPr id="95" name="TextBox 19">
            <a:extLst>
              <a:ext uri="{FF2B5EF4-FFF2-40B4-BE49-F238E27FC236}">
                <a16:creationId xmlns:a16="http://schemas.microsoft.com/office/drawing/2014/main" id="{46039920-892F-872B-BE87-8B0993C0D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0238" y="31242000"/>
            <a:ext cx="9598176" cy="83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Detection and mitigation of a flood attack without predefined  thresholds and drop rates</a:t>
            </a:r>
          </a:p>
        </p:txBody>
      </p:sp>
      <p:pic>
        <p:nvPicPr>
          <p:cNvPr id="99" name="Picture 98" descr="A graph of a flood&#10;&#10;AI-generated content may be incorrect.">
            <a:extLst>
              <a:ext uri="{FF2B5EF4-FFF2-40B4-BE49-F238E27FC236}">
                <a16:creationId xmlns:a16="http://schemas.microsoft.com/office/drawing/2014/main" id="{989F7573-4980-BE22-D938-DC6B26AFAC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" t="11242" r="2224" b="5278"/>
          <a:stretch/>
        </p:blipFill>
        <p:spPr>
          <a:xfrm>
            <a:off x="22797525" y="10139572"/>
            <a:ext cx="9462222" cy="3689078"/>
          </a:xfrm>
          <a:prstGeom prst="rect">
            <a:avLst/>
          </a:prstGeom>
        </p:spPr>
      </p:pic>
      <p:pic>
        <p:nvPicPr>
          <p:cNvPr id="101" name="Picture 100" descr="A graph of a signal&#10;&#10;AI-generated content may be incorrect.">
            <a:extLst>
              <a:ext uri="{FF2B5EF4-FFF2-40B4-BE49-F238E27FC236}">
                <a16:creationId xmlns:a16="http://schemas.microsoft.com/office/drawing/2014/main" id="{35428FEC-AAA3-6A2A-80E4-17D95AB3AF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" t="13353" r="2437" b="5387"/>
          <a:stretch/>
        </p:blipFill>
        <p:spPr>
          <a:xfrm>
            <a:off x="32864995" y="10134600"/>
            <a:ext cx="10018406" cy="3725820"/>
          </a:xfrm>
          <a:prstGeom prst="rect">
            <a:avLst/>
          </a:prstGeom>
        </p:spPr>
      </p:pic>
      <p:pic>
        <p:nvPicPr>
          <p:cNvPr id="108" name="Picture 107" descr="A graph of flood and fin flood&#10;&#10;AI-generated content may be incorrect.">
            <a:extLst>
              <a:ext uri="{FF2B5EF4-FFF2-40B4-BE49-F238E27FC236}">
                <a16:creationId xmlns:a16="http://schemas.microsoft.com/office/drawing/2014/main" id="{FC8EA939-FF2E-E47D-1A7B-065AF6D0AB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645" y="17628709"/>
            <a:ext cx="19872155" cy="4335941"/>
          </a:xfrm>
          <a:prstGeom prst="rect">
            <a:avLst/>
          </a:prstGeom>
        </p:spPr>
      </p:pic>
      <p:sp>
        <p:nvSpPr>
          <p:cNvPr id="103" name="TextBox 19">
            <a:extLst>
              <a:ext uri="{FF2B5EF4-FFF2-40B4-BE49-F238E27FC236}">
                <a16:creationId xmlns:a16="http://schemas.microsoft.com/office/drawing/2014/main" id="{7F9BCD3E-AFD9-423B-F0F6-14DCA5C95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07174" y="21845907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Inference time vs. the number of CPU cores.</a:t>
            </a:r>
          </a:p>
        </p:txBody>
      </p:sp>
      <p:sp>
        <p:nvSpPr>
          <p:cNvPr id="104" name="TextBox 19">
            <a:extLst>
              <a:ext uri="{FF2B5EF4-FFF2-40B4-BE49-F238E27FC236}">
                <a16:creationId xmlns:a16="http://schemas.microsoft.com/office/drawing/2014/main" id="{09F8B6A9-C6C7-1625-E9B4-3C98C9D71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83617" y="16290908"/>
            <a:ext cx="19964400" cy="1200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latency is measured as the lifetime of legitimate packets as they reach the NIC, undergo processing in the pipeline, and leave the NIC.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inference time is the time the system takes to detect an attack in any of the operating pipelines.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The latency and inference time measurements are collected as the pipeline processes the legitimate flows while it mitigates the different attacks.  </a:t>
            </a:r>
          </a:p>
        </p:txBody>
      </p:sp>
      <p:sp>
        <p:nvSpPr>
          <p:cNvPr id="102" name="TextBox 19">
            <a:extLst>
              <a:ext uri="{FF2B5EF4-FFF2-40B4-BE49-F238E27FC236}">
                <a16:creationId xmlns:a16="http://schemas.microsoft.com/office/drawing/2014/main" id="{554CD491-1863-CD6A-52C9-6A2B6FB33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4024" y="21864957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Latency vs. the number of CPU cores.</a:t>
            </a:r>
          </a:p>
        </p:txBody>
      </p:sp>
      <p:sp>
        <p:nvSpPr>
          <p:cNvPr id="109" name="TextBox 19">
            <a:extLst>
              <a:ext uri="{FF2B5EF4-FFF2-40B4-BE49-F238E27FC236}">
                <a16:creationId xmlns:a16="http://schemas.microsoft.com/office/drawing/2014/main" id="{1C903543-5F9B-E5BD-EFB0-F63FF8234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13" y="31576242"/>
            <a:ext cx="9598176" cy="46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/>
            <a:r>
              <a:rPr lang="en-US" sz="2400" dirty="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Experiment topology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4.0"/>
  <p:tag name="AS_VERSION" val="16.9.0.0"/>
  <p:tag name="MAKESIGNSTEMPLATE" val="ponderingpeacock|09-2018"/>
</p:tagLst>
</file>

<file path=ppt/theme/theme1.xml><?xml version="1.0" encoding="utf-8"?>
<a:theme xmlns:a="http://schemas.openxmlformats.org/drawingml/2006/main" name="Default Desig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Default Desig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5A1244B708FF478772D9F5BE92EA81" ma:contentTypeVersion="12" ma:contentTypeDescription="Create a new document." ma:contentTypeScope="" ma:versionID="ef82babfd6a87b1b7feeea62825a313b">
  <xsd:schema xmlns:xsd="http://www.w3.org/2001/XMLSchema" xmlns:xs="http://www.w3.org/2001/XMLSchema" xmlns:p="http://schemas.microsoft.com/office/2006/metadata/properties" xmlns:ns3="0e4f2584-2fae-42b4-b977-142c5a2a3cc9" xmlns:ns4="4d62a9a3-2ad3-4c4a-963b-51ff34f52dba" targetNamespace="http://schemas.microsoft.com/office/2006/metadata/properties" ma:root="true" ma:fieldsID="a63f099aa2e7595213fa8dcb9381ecc2" ns3:_="" ns4:_="">
    <xsd:import namespace="0e4f2584-2fae-42b4-b977-142c5a2a3cc9"/>
    <xsd:import namespace="4d62a9a3-2ad3-4c4a-963b-51ff34f52d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f2584-2fae-42b4-b977-142c5a2a3c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62a9a3-2ad3-4c4a-963b-51ff34f52db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E235FB-D347-497E-8BFC-EDEF0B1708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f2584-2fae-42b4-b977-142c5a2a3cc9"/>
    <ds:schemaRef ds:uri="4d62a9a3-2ad3-4c4a-963b-51ff34f52d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E93652-C284-4C65-9CC6-08B0F791E30E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  <ds:schemaRef ds:uri="4d62a9a3-2ad3-4c4a-963b-51ff34f52dba"/>
    <ds:schemaRef ds:uri="0e4f2584-2fae-42b4-b977-142c5a2a3cc9"/>
  </ds:schemaRefs>
</ds:datastoreItem>
</file>

<file path=customXml/itemProps3.xml><?xml version="1.0" encoding="utf-8"?>
<ds:datastoreItem xmlns:ds="http://schemas.openxmlformats.org/officeDocument/2006/customXml" ds:itemID="{5D8B9D93-2181-4C1B-BE06-E15C2576BD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9071</TotalTime>
  <Words>1050</Words>
  <Application>Microsoft Office PowerPoint</Application>
  <PresentationFormat>Custom</PresentationFormat>
  <Paragraphs>83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Wingdings</vt:lpstr>
      <vt:lpstr>Quattrocento Sans</vt:lpstr>
      <vt:lpstr>Arial</vt:lpstr>
      <vt:lpstr>Times New Roman</vt:lpstr>
      <vt:lpstr>Quattrocento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Choueiri, Samia</cp:lastModifiedBy>
  <cp:revision>131</cp:revision>
  <cp:lastPrinted>2000-08-03T00:31:24Z</cp:lastPrinted>
  <dcterms:modified xsi:type="dcterms:W3CDTF">2025-03-04T18:51:04Z</dcterms:modified>
  <cp:category>research posters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0x010100BB5A1244B708FF478772D9F5BE92EA81</vt:lpwstr>
  </property>
</Properties>
</file>